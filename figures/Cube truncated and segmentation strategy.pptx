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EFE3-57B1-FEF3-4391-8C3A8C7E8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A9610-8C47-5BE0-ED33-853CBA88B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CC53B-FF13-B9A9-7AA3-362F7D8E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3F08C-97D5-99F1-A1BC-57F08AE3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03C44-36CB-A149-459B-0E5F921B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6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A22D-ADF1-4207-EA53-03A5A7B4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52D0B-030A-E7A4-62D8-D71771B09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0C7DB-6A71-97AF-A7E0-BB26A1347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04C89-9A00-5598-4EDC-F521E550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BAC3-F0CF-EA62-E0B1-0ECBD3EA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9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8A4C-2D59-DDB6-1A57-C7F3A621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D21B7-7EF6-AD3A-8F54-F2A6FD489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E2BE-563C-7B2E-A8F2-957F27D7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2AB93-3A2A-EDCC-5EF9-FE09527A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FBF62-212C-560E-44CF-861B3EF7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4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65BF-9A20-DCF5-7501-F1E22DF1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0E4B3-2925-8821-970B-CA8B978EF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07EDD-2095-66E4-9A14-2132A5142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E5CE9-4A81-9620-1A86-F30CF971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75EC8-4628-0630-8093-A2B70E44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4405D-2103-54E3-BAC5-B7915D4E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79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ACC9-04A1-EEDE-B888-7F1BBC2C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F8CCC-4617-299B-3059-E0902BBFB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76461-D863-4026-B4EF-0065453D1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39CC5-C022-D03C-E1FD-48B7695CF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BF93D1-7909-D4AD-AACC-9D2D5C606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E864B3-A450-35CF-523C-070162A5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ECB329-6FF4-E06F-7C2B-E33033E0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56926-73A9-4D0A-9842-18C1D3FD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9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A99B-D509-00C4-FC36-5C7E0F0A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9D79A-8302-809B-372E-C1DD0974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4209D-9FC0-CC49-6804-4BCEEA13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3B052-2DD0-B2B6-AB99-9EC623E5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1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2E6643-4266-23A4-902C-03275F7F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1D75B-A2E2-142E-D387-57A84883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CFAFA-986B-53AA-23EC-B88B21DE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2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3EAF0-7530-7A38-4E6F-1E24C04BF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BE03-1A80-4AE2-5A57-148C3AE89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B5190-01A3-E9E3-9765-FA45DB312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A381C-B434-BB15-C36E-D6F8C214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15DAD-D078-3DF2-2833-964A07F5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BBAEC-8F97-4121-E32D-99602CC03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0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08FA-8C22-9B76-B113-BF111972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7EAFF-5540-6F7C-761F-529034C2F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CB3C7-B183-86CB-DCBF-A3EA60F59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03494-053E-4E30-3D60-7021D85C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5773A-D1F5-0FEA-5E5B-E89F214A7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3F7B9-F744-60A2-B625-EC46552B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4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2AFB1-E323-F0D5-936C-B502F07A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D49D5-9376-1CF9-5127-2B9D9D28A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FCFCA-0B74-B1C0-211E-5DBE76FC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86361-0CFC-464D-5B21-631BA49D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54701-3856-4E61-C5DB-900A75804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0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9D425-936F-2176-C9DF-C21B7359D6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4D04F-820F-1606-28D9-E5B523A37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C82DB-6B33-AA1F-C782-AB5ED84C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A1603-1768-7EF2-B9DE-E352AAA3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55B66-6E82-7A93-B648-FC9A8CFC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9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58B5F-BFDC-52CB-E9A2-0D3194D3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84560-7377-7F0E-92A6-C540A3590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A8024-6882-0A79-9C42-439D90C66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1C374D-8E9D-4E39-883E-0579C0E2FD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202F2-9131-C011-9984-CC8CE76B8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AF608-CAA8-333F-D89F-64EA05952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FD670-A7EC-4E9B-B38E-3F6BF90C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3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45EF5CF-2B39-D384-C6F2-35E565F178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96" t="10210" r="1990" b="563"/>
          <a:stretch>
            <a:fillRect/>
          </a:stretch>
        </p:blipFill>
        <p:spPr>
          <a:xfrm>
            <a:off x="8400072" y="4175006"/>
            <a:ext cx="3124792" cy="261802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51DB914-03AD-F4A2-B234-648F2142E8FA}"/>
              </a:ext>
            </a:extLst>
          </p:cNvPr>
          <p:cNvGrpSpPr/>
          <p:nvPr/>
        </p:nvGrpSpPr>
        <p:grpSpPr>
          <a:xfrm>
            <a:off x="1175884" y="557785"/>
            <a:ext cx="2852928" cy="3044952"/>
            <a:chOff x="2331720" y="146305"/>
            <a:chExt cx="2852928" cy="30449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244D54B-3756-503C-A858-31CCBC574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1432" t="4356" r="6816" b="5000"/>
            <a:stretch>
              <a:fillRect/>
            </a:stretch>
          </p:blipFill>
          <p:spPr>
            <a:xfrm>
              <a:off x="2331720" y="146305"/>
              <a:ext cx="2852928" cy="3044952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92C8492-CCD4-30C3-0F42-4C871B6CBB99}"/>
                </a:ext>
              </a:extLst>
            </p:cNvPr>
            <p:cNvCxnSpPr/>
            <p:nvPr/>
          </p:nvCxnSpPr>
          <p:spPr>
            <a:xfrm>
              <a:off x="2609850" y="1095375"/>
              <a:ext cx="1885950" cy="3905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E2B56AC-8866-E861-6BA7-322A1EC4AF6F}"/>
                </a:ext>
              </a:extLst>
            </p:cNvPr>
            <p:cNvCxnSpPr/>
            <p:nvPr/>
          </p:nvCxnSpPr>
          <p:spPr>
            <a:xfrm>
              <a:off x="2428875" y="2722997"/>
              <a:ext cx="1885950" cy="3905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6AC6922-471F-22BD-473C-61384CDE3332}"/>
                </a:ext>
              </a:extLst>
            </p:cNvPr>
            <p:cNvCxnSpPr/>
            <p:nvPr/>
          </p:nvCxnSpPr>
          <p:spPr>
            <a:xfrm>
              <a:off x="3164856" y="244493"/>
              <a:ext cx="1885950" cy="3905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2A6CDA-212F-5C16-FAB1-A93635E92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4998" y="264696"/>
              <a:ext cx="544569" cy="8306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51B1A72-93A4-684B-40FF-CA0C8C6FA8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1089" y="635018"/>
              <a:ext cx="544569" cy="8306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14FF88-AAFF-D45D-5701-325CB916CE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2600" y="2296376"/>
              <a:ext cx="544569" cy="8306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9893B7D-DFD3-CD29-40BB-71EC07E15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2600" y="1581778"/>
              <a:ext cx="108489" cy="153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C90AD35-A3A2-185C-3A48-3971631302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7169" y="764632"/>
              <a:ext cx="108489" cy="153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39FD21C-6404-865D-D738-1B1AF8611B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9244" y="1161464"/>
              <a:ext cx="108489" cy="153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1485660-0893-2D64-B379-7FAEAF8C9CC7}"/>
              </a:ext>
            </a:extLst>
          </p:cNvPr>
          <p:cNvSpPr txBox="1"/>
          <p:nvPr/>
        </p:nvSpPr>
        <p:spPr>
          <a:xfrm>
            <a:off x="207640" y="439755"/>
            <a:ext cx="158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 Au cube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B6AE90-6AA7-4F2C-0C18-66C85C02AE9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2189" b="67229"/>
          <a:stretch>
            <a:fillRect/>
          </a:stretch>
        </p:blipFill>
        <p:spPr>
          <a:xfrm>
            <a:off x="81448" y="2337534"/>
            <a:ext cx="1511022" cy="17180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B55A28D-FEB6-36B9-9139-C387C68BDAF1}"/>
              </a:ext>
            </a:extLst>
          </p:cNvPr>
          <p:cNvSpPr txBox="1"/>
          <p:nvPr/>
        </p:nvSpPr>
        <p:spPr>
          <a:xfrm>
            <a:off x="5512496" y="188453"/>
            <a:ext cx="325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Truncated by different planes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AD4FEB-B49C-DA48-5991-891111BD7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572" y="676176"/>
            <a:ext cx="3124792" cy="29790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17A406F-2A78-8BF8-CEAE-97C324398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2932" y="1046498"/>
            <a:ext cx="1408693" cy="4603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452903B-0BA1-6732-9337-130F73497B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8207" y="2377112"/>
            <a:ext cx="1314633" cy="41915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3D63FF-1FAB-D338-C418-6789B6D6A4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2932" y="1718115"/>
            <a:ext cx="1371791" cy="44773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7F92B53-96B4-72D3-EB69-035C63C46D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628" y="4122548"/>
            <a:ext cx="2713073" cy="234857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DF98D44-B78F-DF3C-CD45-5A1228AF680C}"/>
              </a:ext>
            </a:extLst>
          </p:cNvPr>
          <p:cNvSpPr txBox="1"/>
          <p:nvPr/>
        </p:nvSpPr>
        <p:spPr>
          <a:xfrm>
            <a:off x="3101069" y="3966146"/>
            <a:ext cx="158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In-plane view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2565428-165E-2769-FEFE-A6FC1189E81C}"/>
              </a:ext>
            </a:extLst>
          </p:cNvPr>
          <p:cNvCxnSpPr/>
          <p:nvPr/>
        </p:nvCxnSpPr>
        <p:spPr>
          <a:xfrm flipH="1">
            <a:off x="11064240" y="3655195"/>
            <a:ext cx="238765" cy="6802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2D1DDBE-5680-CB9A-7247-0413DD7EB181}"/>
              </a:ext>
            </a:extLst>
          </p:cNvPr>
          <p:cNvSpPr/>
          <p:nvPr/>
        </p:nvSpPr>
        <p:spPr>
          <a:xfrm>
            <a:off x="10872788" y="4352925"/>
            <a:ext cx="305565" cy="223838"/>
          </a:xfrm>
          <a:custGeom>
            <a:avLst/>
            <a:gdLst>
              <a:gd name="csX0" fmla="*/ 0 w 305565"/>
              <a:gd name="csY0" fmla="*/ 4763 h 223838"/>
              <a:gd name="csX1" fmla="*/ 38100 w 305565"/>
              <a:gd name="csY1" fmla="*/ 0 h 223838"/>
              <a:gd name="csX2" fmla="*/ 61912 w 305565"/>
              <a:gd name="csY2" fmla="*/ 4763 h 223838"/>
              <a:gd name="csX3" fmla="*/ 90487 w 305565"/>
              <a:gd name="csY3" fmla="*/ 9525 h 223838"/>
              <a:gd name="csX4" fmla="*/ 128587 w 305565"/>
              <a:gd name="csY4" fmla="*/ 28575 h 223838"/>
              <a:gd name="csX5" fmla="*/ 180975 w 305565"/>
              <a:gd name="csY5" fmla="*/ 42863 h 223838"/>
              <a:gd name="csX6" fmla="*/ 204787 w 305565"/>
              <a:gd name="csY6" fmla="*/ 57150 h 223838"/>
              <a:gd name="csX7" fmla="*/ 242887 w 305565"/>
              <a:gd name="csY7" fmla="*/ 85725 h 223838"/>
              <a:gd name="csX8" fmla="*/ 257175 w 305565"/>
              <a:gd name="csY8" fmla="*/ 95250 h 223838"/>
              <a:gd name="csX9" fmla="*/ 276225 w 305565"/>
              <a:gd name="csY9" fmla="*/ 133350 h 223838"/>
              <a:gd name="csX10" fmla="*/ 290512 w 305565"/>
              <a:gd name="csY10" fmla="*/ 161925 h 223838"/>
              <a:gd name="csX11" fmla="*/ 295275 w 305565"/>
              <a:gd name="csY11" fmla="*/ 180975 h 223838"/>
              <a:gd name="csX12" fmla="*/ 304800 w 305565"/>
              <a:gd name="csY12" fmla="*/ 200025 h 223838"/>
              <a:gd name="csX13" fmla="*/ 304800 w 305565"/>
              <a:gd name="csY13" fmla="*/ 223838 h 223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05565" h="223838">
                <a:moveTo>
                  <a:pt x="0" y="4763"/>
                </a:moveTo>
                <a:cubicBezTo>
                  <a:pt x="12700" y="3175"/>
                  <a:pt x="25301" y="0"/>
                  <a:pt x="38100" y="0"/>
                </a:cubicBezTo>
                <a:cubicBezTo>
                  <a:pt x="46195" y="0"/>
                  <a:pt x="53948" y="3315"/>
                  <a:pt x="61912" y="4763"/>
                </a:cubicBezTo>
                <a:cubicBezTo>
                  <a:pt x="71413" y="6490"/>
                  <a:pt x="80962" y="7938"/>
                  <a:pt x="90487" y="9525"/>
                </a:cubicBezTo>
                <a:cubicBezTo>
                  <a:pt x="103187" y="15875"/>
                  <a:pt x="114812" y="25131"/>
                  <a:pt x="128587" y="28575"/>
                </a:cubicBezTo>
                <a:cubicBezTo>
                  <a:pt x="158849" y="36141"/>
                  <a:pt x="141343" y="31540"/>
                  <a:pt x="180975" y="42863"/>
                </a:cubicBezTo>
                <a:cubicBezTo>
                  <a:pt x="188912" y="47625"/>
                  <a:pt x="197176" y="51881"/>
                  <a:pt x="204787" y="57150"/>
                </a:cubicBezTo>
                <a:cubicBezTo>
                  <a:pt x="217839" y="66186"/>
                  <a:pt x="229678" y="76919"/>
                  <a:pt x="242887" y="85725"/>
                </a:cubicBezTo>
                <a:lnTo>
                  <a:pt x="257175" y="95250"/>
                </a:lnTo>
                <a:cubicBezTo>
                  <a:pt x="274784" y="121665"/>
                  <a:pt x="259582" y="96735"/>
                  <a:pt x="276225" y="133350"/>
                </a:cubicBezTo>
                <a:cubicBezTo>
                  <a:pt x="280632" y="143045"/>
                  <a:pt x="286557" y="152037"/>
                  <a:pt x="290512" y="161925"/>
                </a:cubicBezTo>
                <a:cubicBezTo>
                  <a:pt x="292943" y="168002"/>
                  <a:pt x="292977" y="174846"/>
                  <a:pt x="295275" y="180975"/>
                </a:cubicBezTo>
                <a:cubicBezTo>
                  <a:pt x="297768" y="187622"/>
                  <a:pt x="303260" y="193095"/>
                  <a:pt x="304800" y="200025"/>
                </a:cubicBezTo>
                <a:cubicBezTo>
                  <a:pt x="306522" y="207774"/>
                  <a:pt x="304800" y="215900"/>
                  <a:pt x="304800" y="223838"/>
                </a:cubicBezTo>
              </a:path>
            </a:pathLst>
          </a:cu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4BFFEE-A932-7707-97A9-54B7EE595DD6}"/>
              </a:ext>
            </a:extLst>
          </p:cNvPr>
          <p:cNvCxnSpPr>
            <a:cxnSpLocks/>
          </p:cNvCxnSpPr>
          <p:nvPr/>
        </p:nvCxnSpPr>
        <p:spPr>
          <a:xfrm flipH="1" flipV="1">
            <a:off x="7967840" y="2885591"/>
            <a:ext cx="3233785" cy="71714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C2A445B-189B-3E54-C452-8D314A28F1F0}"/>
              </a:ext>
            </a:extLst>
          </p:cNvPr>
          <p:cNvSpPr txBox="1"/>
          <p:nvPr/>
        </p:nvSpPr>
        <p:spPr>
          <a:xfrm>
            <a:off x="10821993" y="3123738"/>
            <a:ext cx="174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110 truncated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7A32525-4A6B-29C4-854D-8DD123C7C72E}"/>
              </a:ext>
            </a:extLst>
          </p:cNvPr>
          <p:cNvCxnSpPr>
            <a:cxnSpLocks/>
          </p:cNvCxnSpPr>
          <p:nvPr/>
        </p:nvCxnSpPr>
        <p:spPr>
          <a:xfrm flipH="1">
            <a:off x="6559147" y="4335478"/>
            <a:ext cx="2348633" cy="13698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2503798-70FC-82C0-F18C-D0ACBBEFAADE}"/>
              </a:ext>
            </a:extLst>
          </p:cNvPr>
          <p:cNvCxnSpPr>
            <a:cxnSpLocks/>
          </p:cNvCxnSpPr>
          <p:nvPr/>
        </p:nvCxnSpPr>
        <p:spPr>
          <a:xfrm flipH="1" flipV="1">
            <a:off x="6559147" y="4576763"/>
            <a:ext cx="2348633" cy="32289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0AB7B8C-BF88-09BC-1696-B102CC2371E6}"/>
              </a:ext>
            </a:extLst>
          </p:cNvPr>
          <p:cNvSpPr txBox="1"/>
          <p:nvPr/>
        </p:nvSpPr>
        <p:spPr>
          <a:xfrm>
            <a:off x="7078979" y="3602737"/>
            <a:ext cx="2348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Thickness fringes (111) truncated</a:t>
            </a:r>
          </a:p>
        </p:txBody>
      </p:sp>
    </p:spTree>
    <p:extLst>
      <p:ext uri="{BB962C8B-B14F-4D97-AF65-F5344CB8AC3E}">
        <p14:creationId xmlns:p14="http://schemas.microsoft.com/office/powerpoint/2010/main" val="388813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645C4-DDFF-D7FB-9269-F4BE4010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ED033-A697-6647-DE4D-88B8C9ED0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71" y="0"/>
            <a:ext cx="10221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83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Tian, Mengkun</dc:creator>
  <cp:lastModifiedBy>Tian, Mengkun</cp:lastModifiedBy>
  <cp:revision>2</cp:revision>
  <dcterms:created xsi:type="dcterms:W3CDTF">2026-07-27T22:53:45Z</dcterms:created>
  <dcterms:modified xsi:type="dcterms:W3CDTF">2026-07-28T14:18:32Z</dcterms:modified>
</cp:coreProperties>
</file>