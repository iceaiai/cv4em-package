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220C0-11BF-6D73-745B-B3DFA7024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B8E94-8E58-FDBB-D2D4-7A8FA3245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6BE1D-B7A4-5079-4BBE-F956F02A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3E982-9F51-47F7-80E3-8758604ADD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803C9-C87C-EFC9-9E37-581956C2D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5462C-AA60-7611-1A54-947FA718A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A49C-0CC3-4B9C-8EFD-C3F2D8D9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35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203F-15A9-4B9D-8F34-3F76EC768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60C47-8459-82D8-866F-51D54DC2B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11BE5-C2E8-9CE8-6190-47CCD4B60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3E982-9F51-47F7-80E3-8758604ADD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B8B14-64F5-5FB6-F607-78037D34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BB7B3-03E6-F7AE-0ADF-FCA2C0CA1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A49C-0CC3-4B9C-8EFD-C3F2D8D9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73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72627-F0B5-DDD7-D3F0-1F9052779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55AA8-5473-F9C9-BBCC-7A009FBAF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EABBA-C271-B50E-6A57-744503FF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3E982-9F51-47F7-80E3-8758604ADD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39041-A674-85B5-FBAE-EA8E5EE0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A0F7E-0FCE-D2A2-AFED-AEC1A119C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A49C-0CC3-4B9C-8EFD-C3F2D8D9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2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87048-CDEF-0D48-CA83-B7226A6C7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CA89F-ABB3-F94C-0A08-07AD0D7F3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CAC95-E53B-B33B-701C-BA38B4D3E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F5779-1A98-0A95-F6EC-073B7782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3E982-9F51-47F7-80E3-8758604ADD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44402-651A-FB74-2559-02EFA15C0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33BC3-B416-5A33-5F00-92462202F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A49C-0CC3-4B9C-8EFD-C3F2D8D9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24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3D9D1-EFEC-39AE-1865-921C18C01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552EF-47AD-437C-791C-B09C356A8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D2252-DE3E-03E4-EB97-6237267A8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B5B93-8D39-3BE2-39F5-0CAD88285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2346E-E6DE-9A71-2A11-31C374DB8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62A3CC-94C8-108F-26B5-C7A1F8351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3E982-9F51-47F7-80E3-8758604ADD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69D9D9-50AB-1E20-56D2-93DEC5E3F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358FC6-DC3F-371B-CF86-C27126E7A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A49C-0CC3-4B9C-8EFD-C3F2D8D9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24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1A2A-898B-CDA8-7F68-6D32F9CD7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962E2-1B05-48D1-9B7D-5EF7E581B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3E982-9F51-47F7-80E3-8758604ADD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C31552-806C-9571-A2A4-9CA65C1AA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8E2714-AC0F-9955-EE1A-F9AFFE5C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A49C-0CC3-4B9C-8EFD-C3F2D8D9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912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B8EE73-BDA0-0815-4159-AFD82CDFF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3E982-9F51-47F7-80E3-8758604ADD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BFD1D-46BA-A955-FFB4-AE34D69CD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6BB8A-DA1D-47AF-AC69-004F2F84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A49C-0CC3-4B9C-8EFD-C3F2D8D9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68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A7107-2DB2-E962-943B-4A59D8939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5C0ED-3730-69BA-F377-00D945C40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54488-0C08-58D3-D8B8-F9BA344EE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B1202-2566-2A72-63DE-0FC44A5F7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3E982-9F51-47F7-80E3-8758604ADD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D1BD0-6107-3E2D-90A6-6514295C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31568-06D5-C208-D126-5BC418A2F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A49C-0CC3-4B9C-8EFD-C3F2D8D9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00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2FC5-1CD5-BAC6-B4FC-D6BE1FAC4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83CDD8-4F02-1F5E-053B-F73098FE4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16C16-A878-ED2C-E75C-C20435C00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6BDFA-3DCB-7B44-E1D0-332540A88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3E982-9F51-47F7-80E3-8758604ADD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B6FFB-91D2-BFDD-786C-A0A19B9F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7869D-7067-ADA5-CCAB-1D4AC9684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A49C-0CC3-4B9C-8EFD-C3F2D8D9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07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E3D73-AD52-6B98-745C-AF035735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45C72-5B4C-6C0A-3BD6-EF3F734A5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CF489-3091-4842-394A-CCA1350EC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3E982-9F51-47F7-80E3-8758604ADD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1EECF-2508-8185-8C01-D9587999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0C962-E41F-9741-5AF5-C095D5AB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A49C-0CC3-4B9C-8EFD-C3F2D8D9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33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59694-5B99-3F58-94AF-DBA56E667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8BB55-80E9-476E-2E2C-1D7CB590C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34982-83C4-5D34-0ED8-199B42D3A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3E982-9F51-47F7-80E3-8758604ADD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131BB-BABD-8B88-CF67-E9D90BC2F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2654C-A117-3732-B208-23A4F2A76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BA49C-0CC3-4B9C-8EFD-C3F2D8D9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63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561AC5-4DAE-0874-A728-593824EE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65686-23FE-C807-CFC3-02DCC7F98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04A35-A493-CE3C-2C6B-1CA0378BF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3E982-9F51-47F7-80E3-8758604ADD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FD7FE-F1E4-1FDF-71DE-E8A11D01F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25EEC-AC71-3344-307D-27D41D52B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8BA49C-0CC3-4B9C-8EFD-C3F2D8D9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43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9E8667-84B3-2820-3362-5AF947CD4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67" y="1180786"/>
            <a:ext cx="5649113" cy="22482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0CE3FB-E2E2-7589-E1F6-C661B01EB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59" y="4361000"/>
            <a:ext cx="5725921" cy="22482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E50633-C1EE-AED8-D558-3D841A1076EE}"/>
              </a:ext>
            </a:extLst>
          </p:cNvPr>
          <p:cNvSpPr txBox="1"/>
          <p:nvPr/>
        </p:nvSpPr>
        <p:spPr>
          <a:xfrm>
            <a:off x="2271562" y="348092"/>
            <a:ext cx="3141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0645c40c71_r002_c003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194FDE-0DB3-B0C0-46A5-EBFBD940F302}"/>
              </a:ext>
            </a:extLst>
          </p:cNvPr>
          <p:cNvCxnSpPr/>
          <p:nvPr/>
        </p:nvCxnSpPr>
        <p:spPr>
          <a:xfrm flipH="1">
            <a:off x="3621024" y="3300984"/>
            <a:ext cx="347472" cy="2560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7F12492-D76E-22E5-D21C-9B60EB002B85}"/>
              </a:ext>
            </a:extLst>
          </p:cNvPr>
          <p:cNvCxnSpPr>
            <a:cxnSpLocks/>
          </p:cNvCxnSpPr>
          <p:nvPr/>
        </p:nvCxnSpPr>
        <p:spPr>
          <a:xfrm flipH="1">
            <a:off x="5513832" y="3236976"/>
            <a:ext cx="347472" cy="2898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65E9548-D70D-BCD4-C337-58796AC60182}"/>
              </a:ext>
            </a:extLst>
          </p:cNvPr>
          <p:cNvCxnSpPr>
            <a:cxnSpLocks/>
          </p:cNvCxnSpPr>
          <p:nvPr/>
        </p:nvCxnSpPr>
        <p:spPr>
          <a:xfrm flipH="1">
            <a:off x="1201382" y="3236976"/>
            <a:ext cx="347472" cy="2898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15A51F4-9CA1-3C6F-8127-258A009A3234}"/>
              </a:ext>
            </a:extLst>
          </p:cNvPr>
          <p:cNvSpPr txBox="1"/>
          <p:nvPr/>
        </p:nvSpPr>
        <p:spPr>
          <a:xfrm>
            <a:off x="621792" y="3887410"/>
            <a:ext cx="1453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Include this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487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Tian, Mengkun</dc:creator>
  <cp:lastModifiedBy>Tian, Mengkun</cp:lastModifiedBy>
  <cp:revision>1</cp:revision>
  <dcterms:created xsi:type="dcterms:W3CDTF">2026-06-09T21:24:17Z</dcterms:created>
  <dcterms:modified xsi:type="dcterms:W3CDTF">2026-06-09T23:02:31Z</dcterms:modified>
</cp:coreProperties>
</file>